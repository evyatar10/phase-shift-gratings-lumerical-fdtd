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post row, TM</c:v>
                  </c:pt>
                  <c:pt idx="3">
                    <c:v>air trench, half depth, TM</c:v>
                  </c:pt>
                  <c:pt idx="4">
                    <c:v>SiN post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 for acousto optic sensing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335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Changing the teeth trades loss against mode width; the cavity and lateral structures do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plane: a trench or a SiN post row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reduces its loss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TE does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 at fixed width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beats every hand tuned lever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still below the lab's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</a:t>
            </a:r>
            <a:r>
              <a:rPr lang="en-US" sz="2328" dirty="0">
                <a:solidFill>
                  <a:srgbClr val="BF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do not help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 lever reduces loss; only a few leave the mode width unchanged</a:t>
            </a:r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84368"/>
          <a:ext cx="11277601" cy="4418905"/>
        </p:xfrm>
        <a:graphic>
          <a:graphicData uri="http://schemas.openxmlformats.org/drawingml/2006/table">
            <a:tbl>
              <a:tblPr/>
              <a:tblGrid>
                <a:gridCol w="2819400"/>
                <a:gridCol w="1240536"/>
                <a:gridCol w="2368296"/>
                <a:gridCol w="2481072"/>
                <a:gridCol w="2368296"/>
              </a:tblGrid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pol.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less than linear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lab's model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recycles the leak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optimum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distributed small shifts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particle swarm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deep etch needed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lithography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 tooth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do not help</a:t>
            </a:r>
            <a:endParaRPr lang="en-US" sz="3048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9502"/>
          <a:ext cx="11277601" cy="3888636"/>
        </p:xfrm>
        <a:graphic>
          <a:graphicData uri="http://schemas.openxmlformats.org/drawingml/2006/table">
            <a:tbl>
              <a:tblPr/>
              <a:tblGrid>
                <a:gridCol w="3608832"/>
                <a:gridCol w="1353312"/>
                <a:gridCol w="2481072"/>
                <a:gridCol w="3834384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pol.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result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Bragg or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reflected light never re couples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same, plus absorption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retro reflecting post rows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beam misses the lobe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holes inside the core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resonance lost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bandgap destroyed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Huygens or Kerker scatterers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extra scattering only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second cavity alongside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 to the neighbour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shaped trenches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worse than straight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straight wall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the leak is not local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𝜋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shift spread over gaps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lumped shift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trench or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 radiates upward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20 </a:t>
            </a:r>
            <a:r>
              <a:rPr lang="en-US" sz="304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a −3 dB peak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6017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lengthened until its peak is −3 dB at a 20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mode. Lateral structures give about a third more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inverse design about 6×; the TE overshoot bar is projected.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Details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TE, TE versus TM, TM levers, inverse design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reduces loss and widens the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apodization: loss reduced, mode much wider. Tanh: the same gain with less widening.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few apodized periods are enough; more add nothing.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overshoot apodization is far stronger, and only its amplitude sets the mode width.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shifting the innermost teeth recycles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 outward reduces loss with the mode width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Light that would leak at the cavity is redirected into the mode;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two tooth particle swarm design gave the best transmission per width; fabricated devices confirmed the shift range.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length: TM couples more weakly, so lower loss, lower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peak transmission: TM is longer and its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 the plain gratings tie. TM radiates in the propagation plane, TE upward.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but the shift works differently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reduces loss, widens the mode, and saturates.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shift of the innermost teeth widens the mode and shows no optimum; TM does not recycle at the cavity.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Once apodization saturates, small shifts on many teeth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add further gain at fixed width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the inverse design uses this.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trench reduces loss, a third more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benchmark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011052" y="1360170"/>
            <a:ext cx="8169897" cy="419948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trench returns the in plane radiation by total internal reflection; the mode width is unchanged. A trench stopping at the core top keeps most of the gain in one lithography step.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posts does the same, one lithography step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row is a weak grating: its period sets the beam angle,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clad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sin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𝜃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 =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eff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− 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𝜆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/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Λ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Aimed at the radiation lobe, sliding the row sets the phase: one phase cancels the lobe, the opposite grows it.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adds a few percent; a third adds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is optimized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of the 25 innermost teeth per side (depth, width, shift), the cavity width and the post row, TM.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Objective: peak transmission. Constraints: the mode width and the resonance wavelength are held fixed.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Width penalties and second moment proxies failed; projecting each gradient step onto both constraints works.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it found so far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Transmission rises steadily with the resonance and the mode width held.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design is a gentle rise in corrugation toward the arms, a mild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post row does not move when freed: its optimum is separable and set analytically.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6× the plain grating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point, still below the lab's TE overshoot.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4809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Restart the inverse design with more free teeth.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Adapt the overshoot apodization model to TM and use it as the starting point.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TE lane seeded from the overshoot profile, where the larger gains are.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</dc:title>
  <dc:subject>PptxGenJS Presentation</dc:subject>
  <dc:creator>Evyatar Rubin</dc:creator>
  <cp:lastModifiedBy>Evyatar Rubin</cp:lastModifiedBy>
  <cp:revision>1</cp:revision>
  <dcterms:created xsi:type="dcterms:W3CDTF">2026-09-14T10:20:45Z</dcterms:created>
  <dcterms:modified xsi:type="dcterms:W3CDTF">2026-09-14T10:20:45Z</dcterms:modified>
</cp:coreProperties>
</file>